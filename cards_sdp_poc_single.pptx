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SDP POC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6692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 + Lakeflow Declarative Pipelines — folder structure, trigger modes, and the resulting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3675888" cy="512064"/>
          </a:xfrm>
          <a:prstGeom prst="roundRect">
            <a:avLst>
              <a:gd name="adj" fmla="val 89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3776" y="877824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streams as files land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69664" y="877824"/>
            <a:ext cx="3675888" cy="512064"/>
          </a:xfrm>
          <a:prstGeom prst="roundRect">
            <a:avLst>
              <a:gd name="adj" fmla="val 8929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97680" y="877824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(AvailableNow) — one-shot batch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73568" y="877824"/>
            <a:ext cx="3675888" cy="512064"/>
          </a:xfrm>
          <a:prstGeom prst="roundRect">
            <a:avLst>
              <a:gd name="adj" fmla="val 8929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01584" y="877824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— AvailableNow on a cron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4160520" cy="4160520"/>
          </a:xfrm>
          <a:prstGeom prst="roundRect">
            <a:avLst>
              <a:gd name="adj" fmla="val 1319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6550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cards_sdp/  (pipeline root)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0208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explorations/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202082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2020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27685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sample_exploration — not run as part of the pipeline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437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transformations/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0" y="284378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74720" y="2843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DAG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998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brz.py → raw_cards  ·  slv.py → cards_cleaned + silver_cards  ·  sample_aggregation_cards_sdp.py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667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utilities/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0" y="366674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36667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227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— is_valid_email() helper, imported by slv.py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897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7457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517904"/>
            <a:ext cx="1536192" cy="749808"/>
          </a:xfrm>
          <a:prstGeom prst="roundRect">
            <a:avLst>
              <a:gd name="adj" fmla="val 6098"/>
            </a:avLst>
          </a:prstGeom>
          <a:solidFill>
            <a:srgbClr val="F2F2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818888" y="16276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18888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19202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818888" y="210312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landing zone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45352" y="1828800"/>
            <a:ext cx="256032" cy="128016"/>
          </a:xfrm>
          <a:prstGeom prst="rightArrow">
            <a:avLst/>
          </a:prstGeom>
          <a:solidFill>
            <a:srgbClr val="AAAAA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01384" y="1517904"/>
            <a:ext cx="1536192" cy="749808"/>
          </a:xfrm>
          <a:prstGeom prst="roundRect">
            <a:avLst>
              <a:gd name="adj" fmla="val 6098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611112" y="16276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11112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6611112" y="19202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611112" y="210312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cloudFiles engine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037576" y="1828800"/>
            <a:ext cx="256032" cy="128016"/>
          </a:xfrm>
          <a:prstGeom prst="rightArrow">
            <a:avLst/>
          </a:prstGeom>
          <a:solidFill>
            <a:srgbClr val="AAAAAA"/>
          </a:solidFill>
          <a:ln/>
        </p:spPr>
      </p:sp>
      <p:sp>
        <p:nvSpPr>
          <p:cNvPr id="38" name="Shape 36"/>
          <p:cNvSpPr/>
          <p:nvPr/>
        </p:nvSpPr>
        <p:spPr>
          <a:xfrm>
            <a:off x="8293608" y="1517904"/>
            <a:ext cx="1536192" cy="749808"/>
          </a:xfrm>
          <a:prstGeom prst="roundRect">
            <a:avLst>
              <a:gd name="adj" fmla="val 6098"/>
            </a:avLst>
          </a:prstGeom>
          <a:solidFill>
            <a:srgbClr val="CADCFC"/>
          </a:solidFill>
          <a:ln/>
        </p:spPr>
      </p:sp>
      <p:sp>
        <p:nvSpPr>
          <p:cNvPr id="39" name="Shape 37"/>
          <p:cNvSpPr/>
          <p:nvPr/>
        </p:nvSpPr>
        <p:spPr>
          <a:xfrm>
            <a:off x="8403336" y="16276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03336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403336" y="19202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raw_cards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403336" y="210312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3K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829800" y="1828800"/>
            <a:ext cx="256032" cy="128016"/>
          </a:xfrm>
          <a:prstGeom prst="rightArrow">
            <a:avLst/>
          </a:prstGeom>
          <a:solidFill>
            <a:srgbClr val="AAAAA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464040" y="133502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cards_cleaned (view)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085832" y="1517904"/>
            <a:ext cx="1673352" cy="749808"/>
          </a:xfrm>
          <a:prstGeom prst="roundRect">
            <a:avLst>
              <a:gd name="adj" fmla="val 6098"/>
            </a:avLst>
          </a:prstGeom>
          <a:solidFill>
            <a:srgbClr val="1E2761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95560" y="1627632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19556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10195560" y="19202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silver_cards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0195560" y="210312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1.5K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09160" y="2432304"/>
            <a:ext cx="708660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892040" y="2432304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 → 1.5K rows   </a:t>
            </a:r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8 quality expectations applied at silver  ·  ~50% of raw rows dropped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709160" y="3035808"/>
            <a:ext cx="7086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 — readStream config in use / available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09160" y="3310128"/>
            <a:ext cx="7086600" cy="1389888"/>
          </a:xfrm>
          <a:prstGeom prst="roundRect">
            <a:avLst>
              <a:gd name="adj" fmla="val 3289"/>
            </a:avLst>
          </a:prstGeom>
          <a:solidFill>
            <a:srgbClr val="F4F6FB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92040" y="3383280"/>
            <a:ext cx="6720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cloudFiles.format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csv, json, parquet, avro, orc, text, binaryFile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schema() / schemaLocation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explicit schema, or inferred + tracked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schemaEvolutionMode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addNewColumns, rescue, failOnNewColumns, none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maxFilesPerTrigger</a:t>
            </a:r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caps files processed per micro-batch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65760" y="56327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hit during the POC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5925312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4F6FB"/>
          </a:solidFill>
          <a:ln/>
        </p:spPr>
      </p:sp>
      <p:sp>
        <p:nvSpPr>
          <p:cNvPr id="57" name="Shape 55"/>
          <p:cNvSpPr/>
          <p:nvPr/>
        </p:nvSpPr>
        <p:spPr>
          <a:xfrm>
            <a:off x="493776" y="60350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93776" y="6035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93776" y="6291072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writes require Delta — Iceberg readers need UniForm enabled separately.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71616" y="5925312"/>
            <a:ext cx="5577840" cy="804672"/>
          </a:xfrm>
          <a:prstGeom prst="roundRect">
            <a:avLst>
              <a:gd name="adj" fmla="val 5682"/>
            </a:avLst>
          </a:prstGeom>
          <a:solidFill>
            <a:srgbClr val="F4F6FB"/>
          </a:solidFill>
          <a:ln/>
        </p:spPr>
      </p:sp>
      <p:sp>
        <p:nvSpPr>
          <p:cNvPr id="61" name="Shape 59"/>
          <p:cNvSpPr/>
          <p:nvPr/>
        </p:nvSpPr>
        <p:spPr>
          <a:xfrm>
            <a:off x="6199632" y="60350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199632" y="6035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199632" y="6291072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lifecycle is fully owned by the pipeline — no manual schema, checkpoint, or DDL control outside it.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2026-09-03T22:25:13Z</dcterms:created>
  <dcterms:modified xsi:type="dcterms:W3CDTF">2026-09-03T22:25:13Z</dcterms:modified>
</cp:coreProperties>
</file>