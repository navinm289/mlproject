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Cards SDP POC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 + Lakeflow Declarative Pipelines — bronze to silver ingestion for banking-cards CSVs on S3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84080" y="36576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0" y="365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45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CSV source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 (cloudFiles)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023360" y="141732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0520" y="1545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raw_cards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streaming table · 3K rows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589520" y="141732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26680" y="1545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silver_cards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1892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streaming table · 1.5K rows · 8 expectations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5877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81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defined at silver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251460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43400" y="25877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3081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raw rows dropped by quality rules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0" y="251460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0" y="2587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config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8437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CSV   ·   Trigger: Continuous   ·   Compute: Classic (non-serverless)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657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 — additional capabilities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3401568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40965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4352544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new columns as source files change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05072" y="4023360"/>
            <a:ext cx="3401568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142232" y="40965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notification mode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142232" y="4352544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vs. directory listing — scales to millions of files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873752"/>
            <a:ext cx="3401568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4360" y="4946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Rescued data column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5202936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malformed or mismatched fields instead of failing the job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05072" y="4873752"/>
            <a:ext cx="3401568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142232" y="494690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support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42232" y="5202936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Parquet, Avro, ORC, binary, and text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724144"/>
            <a:ext cx="3401568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94360" y="579729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checkpointing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053328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entirely by the pipeline — no duplicate ingests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05072" y="5724144"/>
            <a:ext cx="3401568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142232" y="579729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+ backfill support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142232" y="6053328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Hive partitions; configurable backfill interval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hit during the POC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863840" y="4050792"/>
            <a:ext cx="237744" cy="23774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86384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211312" y="4023360"/>
            <a:ext cx="3493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writes require Delta — Iceberg readers need UniForm enabled separately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63840" y="4946904"/>
            <a:ext cx="237744" cy="23774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863840" y="4946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211312" y="4919472"/>
            <a:ext cx="3493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moved to serverless later, true continuous mode isn’t supported there — only AvailableNow / Once triggers, scheduled to repeat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863840" y="5843016"/>
            <a:ext cx="237744" cy="23774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863840" y="5843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211312" y="5815584"/>
            <a:ext cx="3493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lifecycle is fully owned by the pipeline — no manual schema, checkpoint, or DDL control outside it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2026-09-03T21:35:31Z</dcterms:created>
  <dcterms:modified xsi:type="dcterms:W3CDTF">2026-09-03T21:35:31Z</dcterms:modified>
</cp:coreProperties>
</file>